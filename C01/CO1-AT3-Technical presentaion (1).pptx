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100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1E67-82EB-361B-5F64-74C4A433F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36606-05A6-9B0B-2F6F-306F76F93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11AB-6239-6B94-BB9F-194ED398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BF5B9-7F93-4EF7-B2A2-3C1734F8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C4F7C-A5C7-D074-01F5-36384594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29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18545-8510-E92C-28E4-B1B467C7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F39F8-50CA-42A4-7B48-38E5C64A1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58A86-56F5-185C-BDDC-FE1140A0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9E191-BD76-E0FD-9549-42BB8353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0842D-1C9E-657A-EB19-50E6AFD6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7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5FA4-D0E1-C3BE-9F98-84B1C6E7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DEA5B-98A4-A29D-BEAE-00C050BBE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14E70-258F-74E3-1041-B6D88DC4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EE39E-9939-838D-DADC-013C2C4B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0AB85-A111-5B58-A6D0-7F408B07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65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3906-302A-F096-6F09-6F84BA3D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5BFBA-2905-7636-9CF4-D55B1819F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6E964-A5DB-553B-F9B7-215CBE55D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F48BD-BB90-0AE7-D58A-BC48B5C5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86DAE-A2A8-B04C-1D95-1E4F30B2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20BA8-28A0-3025-435E-B7CD9907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05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A4D9A-1B0A-972D-85C2-7219F8C0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9DD98-C1F8-7CB0-914D-3D8FA2F1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93422-BA2D-6888-339F-8484C6CFD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5F844-89E6-2C5D-B6F0-9FA9B7070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40647-6A9C-8CF8-6261-DF8CDD6D26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8CBD9-3A97-0521-FCEF-4D191690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0D2CD-E828-B8B9-71E4-0A524A58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FDEB7-6F59-ED6B-A15F-EC34E1F5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08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C306-2951-7718-790E-51B9F5DB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1AE8E5-D67D-0696-3C64-E2F616DA4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21B24-4FD2-2FC8-AA0A-5AA0A243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327FF-7413-C9E3-EB1D-E386DE06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67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EC2F2-DFD5-73DF-6F8C-40BE9041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402A6-EEF6-951F-04EC-454A06E5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60785-E5C9-A957-3702-280B52E1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76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90D1-8DBC-A025-9FF6-17F39B19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A9542-17DD-7FFF-B4AE-E90770914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037B0-EB26-9444-8E6C-A1F6F31B1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BA3C2-7866-2B0E-D3AA-CBA95D5D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A99C1-E139-7636-391C-20AE1791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9E1A0-5642-ABD8-E392-70B90C27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4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4A63-9F2A-1184-D7C4-56DD225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EF70A-B3E5-FAAA-96B0-76D27F456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1C79A-4569-9FB8-A293-7BCC4D1A4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BB790-5030-FDDC-5B7C-33D74B02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24ECD-8051-0EFD-5B25-7839E57D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35F77-872B-EE3E-735A-8D33B961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23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63B-1151-4E4C-2F04-43D27EE7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0F417-1575-9F4E-3808-0D1188F9F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9A12F-44D5-8141-827E-FF008BC2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AA43A-521B-609B-5184-E8C0BB57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CF7B1-9E33-87FF-3AE8-7B86E61E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59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371D5-EB7C-39BC-538A-4FCAABFF0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4FB67-FE3B-0ECA-9255-7D9C6D9A8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0BF4F-659A-E39A-0299-6C6925AF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29B91-18BE-23A9-88F8-FD3B1B12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17BFE-7F97-4F3A-5A48-BE5C34C1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6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BDF448-FFD9-6EBB-69BE-9744561D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0483F-09DC-3947-E452-665B826A2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674C8-53B6-BDD0-5930-069B2D89E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BD73A-41EA-4F6E-A578-0EB51700F43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743A4-EAFD-A266-EA6A-02EED5B08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9888B-6624-DA33-C997-3026AD815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C005D-D4E2-4852-A08D-3B3244A37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99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594C2D-8527-4E2D-31AC-035DCD778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756D50-1266-04F3-F6DD-49645F4CEEDE}"/>
              </a:ext>
            </a:extLst>
          </p:cNvPr>
          <p:cNvSpPr txBox="1"/>
          <p:nvPr/>
        </p:nvSpPr>
        <p:spPr>
          <a:xfrm>
            <a:off x="574282" y="5081625"/>
            <a:ext cx="4175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C.S.Sujipriyadarsni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(192511417)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D084D-8B42-E629-2EF1-49DB81197FBF}"/>
              </a:ext>
            </a:extLst>
          </p:cNvPr>
          <p:cNvSpPr txBox="1"/>
          <p:nvPr/>
        </p:nvSpPr>
        <p:spPr>
          <a:xfrm>
            <a:off x="1040130" y="1437408"/>
            <a:ext cx="10355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E8C8F-ED61-5F62-DF64-04825948ED73}"/>
              </a:ext>
            </a:extLst>
          </p:cNvPr>
          <p:cNvSpPr txBox="1"/>
          <p:nvPr/>
        </p:nvSpPr>
        <p:spPr>
          <a:xfrm>
            <a:off x="1905952" y="2721114"/>
            <a:ext cx="81295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 and Risks</a:t>
            </a:r>
          </a:p>
        </p:txBody>
      </p:sp>
    </p:spTree>
    <p:extLst>
      <p:ext uri="{BB962C8B-B14F-4D97-AF65-F5344CB8AC3E}">
        <p14:creationId xmlns:p14="http://schemas.microsoft.com/office/powerpoint/2010/main" val="342480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2D15B-14DA-969A-1457-37C36EBD3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A89936-02A0-7646-0C46-AE20372CFF17}"/>
              </a:ext>
            </a:extLst>
          </p:cNvPr>
          <p:cNvSpPr txBox="1"/>
          <p:nvPr/>
        </p:nvSpPr>
        <p:spPr>
          <a:xfrm>
            <a:off x="420053" y="1259481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71F96-7F65-417C-4F9F-1B687669CCC6}"/>
              </a:ext>
            </a:extLst>
          </p:cNvPr>
          <p:cNvSpPr txBox="1"/>
          <p:nvPr/>
        </p:nvSpPr>
        <p:spPr>
          <a:xfrm>
            <a:off x="808672" y="2276178"/>
            <a:ext cx="1097565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protects computer systems, networks, and data from unauthorized access and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face various cyber threats that can compromise sensitive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attacks, threats, and risks helps improve system security.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 such as Confidentiality, Integrity, and Availability help protect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358830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D1E1-2117-23C2-94A4-ED824289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B330FD-CE7D-96F6-64BC-1070A60CA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E81C4C-594A-F099-5DB6-0DAD8E0F66BB}"/>
              </a:ext>
            </a:extLst>
          </p:cNvPr>
          <p:cNvSpPr txBox="1"/>
          <p:nvPr/>
        </p:nvSpPr>
        <p:spPr>
          <a:xfrm>
            <a:off x="385763" y="1404104"/>
            <a:ext cx="6097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Security Attacks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890D3-C6AF-E216-7A2B-C964BB3BF428}"/>
              </a:ext>
            </a:extLst>
          </p:cNvPr>
          <p:cNvSpPr txBox="1"/>
          <p:nvPr/>
        </p:nvSpPr>
        <p:spPr>
          <a:xfrm>
            <a:off x="1197292" y="2314575"/>
            <a:ext cx="102441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or intercept data without modifying 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Eavesdropping , Traffic analysis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Modify, destroy, or disrupt data and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detect but more harmful.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Masquerade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Denial-of-Service (DoS)</a:t>
            </a:r>
          </a:p>
        </p:txBody>
      </p:sp>
    </p:spTree>
    <p:extLst>
      <p:ext uri="{BB962C8B-B14F-4D97-AF65-F5344CB8AC3E}">
        <p14:creationId xmlns:p14="http://schemas.microsoft.com/office/powerpoint/2010/main" val="326720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329A0-47C1-F6C2-61D9-27D17D91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B56BFB-8845-F39F-6FD0-2DC29608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7"/>
            <a:ext cx="12192000" cy="769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D0FC9A-1CCB-B79A-0B79-42DD29543F74}"/>
              </a:ext>
            </a:extLst>
          </p:cNvPr>
          <p:cNvSpPr txBox="1"/>
          <p:nvPr/>
        </p:nvSpPr>
        <p:spPr>
          <a:xfrm>
            <a:off x="271463" y="650042"/>
            <a:ext cx="60979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and Risks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7217E-0396-33D3-D28B-6316CA7851E9}"/>
              </a:ext>
            </a:extLst>
          </p:cNvPr>
          <p:cNvSpPr txBox="1"/>
          <p:nvPr/>
        </p:nvSpPr>
        <p:spPr>
          <a:xfrm>
            <a:off x="542926" y="1419483"/>
            <a:ext cx="60979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danger that can harm a computer system, network, or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exploit vulnerabilities to cause damage.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Hackers, malware, phishing attacks, insider threats.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possibility of loss or damage when a threat exploits a vulnerability.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level of risk depends on the likelihood of the attack and its impact.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theft, financial loss, service disruption, identity theft.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A3DB4-EF7E-F702-0EAA-E4B7B0BE6933}"/>
              </a:ext>
            </a:extLst>
          </p:cNvPr>
          <p:cNvSpPr txBox="1"/>
          <p:nvPr/>
        </p:nvSpPr>
        <p:spPr>
          <a:xfrm>
            <a:off x="7005637" y="1900268"/>
            <a:ext cx="46434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+ Vulnerability = Risk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Hacker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password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Unauthorized access to sensitive information.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threats and fixing vulnerabilities helps reduce security risks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247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436B-EB12-5AB6-9B5A-35F8FE53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59DFDF-169F-7520-E7C1-D7975D62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7D8E1A-D046-52FC-6DEE-BCDAFAF522BB}"/>
              </a:ext>
            </a:extLst>
          </p:cNvPr>
          <p:cNvSpPr txBox="1"/>
          <p:nvPr/>
        </p:nvSpPr>
        <p:spPr>
          <a:xfrm>
            <a:off x="294323" y="1472684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 (CIA Triad)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30743-54D7-5DFD-04E6-AAA01B380974}"/>
              </a:ext>
            </a:extLst>
          </p:cNvPr>
          <p:cNvSpPr txBox="1"/>
          <p:nvPr/>
        </p:nvSpPr>
        <p:spPr>
          <a:xfrm>
            <a:off x="671512" y="2119015"/>
            <a:ext cx="104384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Confidentiality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information from unauthorized access.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view sensitive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Passwords, encryption, access control.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remains accurate, complete, and unaltered.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modification of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Hashing, digital signatures.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systems and data are accessible when needed.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service interruptions and downtime.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backups, redundant servers, disaster recovery.</a:t>
            </a:r>
          </a:p>
        </p:txBody>
      </p:sp>
    </p:spTree>
    <p:extLst>
      <p:ext uri="{BB962C8B-B14F-4D97-AF65-F5344CB8AC3E}">
        <p14:creationId xmlns:p14="http://schemas.microsoft.com/office/powerpoint/2010/main" val="28934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CA78E-107C-FE64-6F16-33590F583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A866EE-4FA9-A07C-BE39-29F0DAA1C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AA6879-0D80-B214-BC0D-5844FCA776FF}"/>
              </a:ext>
            </a:extLst>
          </p:cNvPr>
          <p:cNvSpPr txBox="1"/>
          <p:nvPr/>
        </p:nvSpPr>
        <p:spPr>
          <a:xfrm>
            <a:off x="431483" y="1259481"/>
            <a:ext cx="6097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05F09-AD0B-1766-7C06-646BBBD5F8D5}"/>
              </a:ext>
            </a:extLst>
          </p:cNvPr>
          <p:cNvSpPr txBox="1"/>
          <p:nvPr/>
        </p:nvSpPr>
        <p:spPr>
          <a:xfrm>
            <a:off x="693896" y="2323237"/>
            <a:ext cx="108042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online transactions and customer accounts.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Secures patient records and medical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Safeguards customer data and online payments.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student records and learning platforms.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Secures confidential information and public services.</a:t>
            </a:r>
          </a:p>
        </p:txBody>
      </p:sp>
    </p:spTree>
    <p:extLst>
      <p:ext uri="{BB962C8B-B14F-4D97-AF65-F5344CB8AC3E}">
        <p14:creationId xmlns:p14="http://schemas.microsoft.com/office/powerpoint/2010/main" val="4111309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56CC-41C4-FD85-74B4-8C6E97E5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037836-F37A-B970-30FC-B76DA6542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11FEC-2245-5591-167F-E784D14F43ED}"/>
              </a:ext>
            </a:extLst>
          </p:cNvPr>
          <p:cNvSpPr txBox="1"/>
          <p:nvPr/>
        </p:nvSpPr>
        <p:spPr>
          <a:xfrm>
            <a:off x="454343" y="1259481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27B08-6FF7-8993-4AA0-5917490D3281}"/>
              </a:ext>
            </a:extLst>
          </p:cNvPr>
          <p:cNvSpPr txBox="1"/>
          <p:nvPr/>
        </p:nvSpPr>
        <p:spPr>
          <a:xfrm>
            <a:off x="888682" y="2287608"/>
            <a:ext cx="111128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and risks can affect any digital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concepts helps identify vulnerabilities and reduce cyber risks.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 Triad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(Confidentiality, Integrity, and Availability) strengthens information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security measures such as strong passwords, software updates, and user awareness help protect systems and data.</a:t>
            </a:r>
          </a:p>
        </p:txBody>
      </p:sp>
    </p:spTree>
    <p:extLst>
      <p:ext uri="{BB962C8B-B14F-4D97-AF65-F5344CB8AC3E}">
        <p14:creationId xmlns:p14="http://schemas.microsoft.com/office/powerpoint/2010/main" val="245977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438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 .</dc:creator>
  <cp:lastModifiedBy>Suji .</cp:lastModifiedBy>
  <cp:revision>2</cp:revision>
  <dcterms:created xsi:type="dcterms:W3CDTF">2026-07-20T09:00:46Z</dcterms:created>
  <dcterms:modified xsi:type="dcterms:W3CDTF">2026-07-20T14:57:33Z</dcterms:modified>
</cp:coreProperties>
</file>